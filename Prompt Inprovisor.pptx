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ad Borse" userId="4c05c2e257eda9bb" providerId="LiveId" clId="{EECCAB87-C729-4885-A806-BF734AA30419}"/>
    <pc:docChg chg="undo custSel modSld">
      <pc:chgData name="Varad Borse" userId="4c05c2e257eda9bb" providerId="LiveId" clId="{EECCAB87-C729-4885-A806-BF734AA30419}" dt="2025-10-30T05:43:41.347" v="32" actId="14100"/>
      <pc:docMkLst>
        <pc:docMk/>
      </pc:docMkLst>
      <pc:sldChg chg="modSp mod">
        <pc:chgData name="Varad Borse" userId="4c05c2e257eda9bb" providerId="LiveId" clId="{EECCAB87-C729-4885-A806-BF734AA30419}" dt="2025-10-30T05:43:41.347" v="32" actId="14100"/>
        <pc:sldMkLst>
          <pc:docMk/>
          <pc:sldMk cId="0" sldId="256"/>
        </pc:sldMkLst>
        <pc:spChg chg="mod">
          <ac:chgData name="Varad Borse" userId="4c05c2e257eda9bb" providerId="LiveId" clId="{EECCAB87-C729-4885-A806-BF734AA30419}" dt="2025-10-30T05:43:41.347" v="32" actId="14100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Varad Borse" userId="4c05c2e257eda9bb" providerId="LiveId" clId="{EECCAB87-C729-4885-A806-BF734AA30419}" dt="2025-10-30T05:42:45.362" v="3" actId="5793"/>
        <pc:sldMkLst>
          <pc:docMk/>
          <pc:sldMk cId="0" sldId="263"/>
        </pc:sldMkLst>
        <pc:spChg chg="mod">
          <ac:chgData name="Varad Borse" userId="4c05c2e257eda9bb" providerId="LiveId" clId="{EECCAB87-C729-4885-A806-BF734AA30419}" dt="2025-10-30T05:42:45.362" v="3" actId="5793"/>
          <ac:spMkLst>
            <pc:docMk/>
            <pc:sldMk cId="0" sldId="263"/>
            <ac:spMk id="6" creationId="{064DCB23-6124-B3BB-0E7E-82563DAF391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-3175"/>
            <a:ext cx="9153525" cy="6861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547813" y="1125538"/>
            <a:ext cx="6908800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2351088"/>
            <a:ext cx="6913562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48763" cy="6861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316" y="643573"/>
            <a:ext cx="8434552" cy="1082675"/>
          </a:xfrm>
        </p:spPr>
        <p:txBody>
          <a:bodyPr/>
          <a:lstStyle/>
          <a:p>
            <a:r>
              <a:rPr b="1" dirty="0">
                <a:latin typeface="Arial Black" panose="020B0A04020102020204" pitchFamily="34" charset="0"/>
              </a:rPr>
              <a:t>Prompt Improv</a:t>
            </a:r>
            <a:r>
              <a:rPr lang="en-IN" b="1" dirty="0" err="1">
                <a:latin typeface="Arial Black" panose="020B0A04020102020204" pitchFamily="34" charset="0"/>
              </a:rPr>
              <a:t>isor</a:t>
            </a:r>
            <a:r>
              <a:rPr lang="en-IN" b="1" dirty="0">
                <a:latin typeface="Arial Black" panose="020B0A04020102020204" pitchFamily="34" charset="0"/>
              </a:rPr>
              <a:t> using Gemini</a:t>
            </a:r>
            <a:endParaRPr b="1" dirty="0"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83068" y="1560513"/>
            <a:ext cx="6913562" cy="1752600"/>
          </a:xfrm>
        </p:spPr>
        <p:txBody>
          <a:bodyPr/>
          <a:lstStyle/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Chrome Extension + Flask Backend + Gemini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Users often write unclear or unpolished prompts</a:t>
            </a:r>
            <a:endParaRPr lang="en-US" dirty="0"/>
          </a:p>
          <a:p>
            <a:r>
              <a:rPr lang="en-US" dirty="0"/>
              <a:t>Users spend excessive time rephrasing prompts manually to achieve the desired result.</a:t>
            </a:r>
            <a:endParaRPr dirty="0"/>
          </a:p>
          <a:p>
            <a:r>
              <a:rPr dirty="0"/>
              <a:t>Need a tool to improve prompts automatically</a:t>
            </a:r>
          </a:p>
          <a:p>
            <a:r>
              <a:rPr dirty="0"/>
              <a:t>Goal: Create a Chrome Extension that enhances user prompts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Workflow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72643C0-B9E8-FA10-7580-2A8CA6815D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5361" y="1065812"/>
            <a:ext cx="8893277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 enters a prompt in the text box.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Chrome Extension captures the user’s prompt input.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Captured prompt is sent to the backend server.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Backend processes the prompt using ML models and  the Gemini API.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improvised (enhanced) prompt is generated by the backend.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enhanced prompt is returned to the Chrome Extension.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Chrome Extension displays the improved prompt to the user.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 accepts and inserts the improved prompt back into the text box.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User → Extension → Backend (Flask + Model + Gemini) → Extension → User</a:t>
            </a:r>
          </a:p>
          <a:p>
            <a:endParaRPr dirty="0"/>
          </a:p>
          <a:p>
            <a:r>
              <a:rPr dirty="0"/>
              <a:t>Data Flow:</a:t>
            </a:r>
          </a:p>
          <a:p>
            <a:r>
              <a:rPr dirty="0"/>
              <a:t>Textbox/Popup → /improve API → JSON Response → Improved Textbox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(Flask + ML + Gemini)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Flask server with /improve POST endpoint</a:t>
            </a:r>
          </a:p>
          <a:p>
            <a:r>
              <a:rPr dirty="0"/>
              <a:t>Loads TF-IDF vectorizer, embeddings, dataset</a:t>
            </a:r>
          </a:p>
          <a:p>
            <a:r>
              <a:rPr dirty="0"/>
              <a:t>Retrieves similar prompts from dataset</a:t>
            </a:r>
          </a:p>
          <a:p>
            <a:r>
              <a:rPr dirty="0"/>
              <a:t>Calls Gemini API to generate improved prompt</a:t>
            </a:r>
          </a:p>
          <a:p>
            <a:r>
              <a:rPr dirty="0"/>
              <a:t>Sends JSON response back to extension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Chrome Extension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manifest.json → defines permissions &amp; scripts</a:t>
            </a:r>
          </a:p>
          <a:p>
            <a:r>
              <a:t>• popup.html/js → user interface</a:t>
            </a:r>
          </a:p>
          <a:p>
            <a:r>
              <a:t>• content.js → inserts improved text into webpage textbox</a:t>
            </a:r>
          </a:p>
          <a:p>
            <a:r>
              <a:t>• background.js → handles background tasks</a:t>
            </a:r>
          </a:p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Start Flask backend (python app.py)</a:t>
            </a:r>
          </a:p>
          <a:p>
            <a:r>
              <a:t>2. Load Chrome extension (Load unpacked)</a:t>
            </a:r>
          </a:p>
          <a:p>
            <a:r>
              <a:t>3. Type a prompt in popup</a:t>
            </a:r>
          </a:p>
          <a:p>
            <a:r>
              <a:t>4. Click 'Improve Prompt'</a:t>
            </a:r>
          </a:p>
          <a:p>
            <a:r>
              <a:t>5. See improved prompt in popup</a:t>
            </a:r>
          </a:p>
          <a:p>
            <a:r>
              <a:t>6. Click 'Insert into Page' to auto-fill textbox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64DCB23-6124-B3BB-0E7E-82563DAF39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595021"/>
            <a:ext cx="9222658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Auto-detect prompts directly from webpages without manual input.</a:t>
            </a:r>
          </a:p>
          <a:p>
            <a:pPr marL="0" indent="0" eaLnBrk="0" hangingPunct="0">
              <a:spcBef>
                <a:spcPct val="0"/>
              </a:spcBef>
            </a:pPr>
            <a:r>
              <a:rPr lang="en-US" altLang="en-US" sz="2400" dirty="0">
                <a:latin typeface="Arial" panose="020B0604020202020204" pitchFamily="34" charset="0"/>
              </a:rPr>
              <a:t> Allow integration with multiple AI platforms (ChatGPT, Gemini, Claude, etc.).</a:t>
            </a:r>
          </a:p>
          <a:p>
            <a:pPr eaLnBrk="0" hangingPunct="0">
              <a:spcBef>
                <a:spcPct val="0"/>
              </a:spcBef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Support offline ML model for faster and secure processing.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Enable multi-language prompt improvement for global accessibility.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prompt scoring based on clarity, tone, and completeness.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 tone/style modes like Formal, Creative, or Technical.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Introduce prompt history and reuse options within the extension.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Integrate feedback system for user ratings and model refinement.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 analytics dashboard to track usage and improvement effectiveness.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 Pie Charts">
  <a:themeElements>
    <a:clrScheme name="Data Pie Chart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Data Pie Chart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Data Pie Char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417</Words>
  <Application>Microsoft Office PowerPoint</Application>
  <PresentationFormat>On-screen Show (4:3)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Data Pie Charts</vt:lpstr>
      <vt:lpstr>Prompt Improvisor using Gemini</vt:lpstr>
      <vt:lpstr>Problem Statement</vt:lpstr>
      <vt:lpstr>Workflow Overview</vt:lpstr>
      <vt:lpstr>Workflow Diagram</vt:lpstr>
      <vt:lpstr>Backend (Flask + ML + Gemini)</vt:lpstr>
      <vt:lpstr>Chrome Extension</vt:lpstr>
      <vt:lpstr>Demo Flow</vt:lpstr>
      <vt:lpstr>Future Enhancements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Varad Borse</cp:lastModifiedBy>
  <cp:revision>5</cp:revision>
  <dcterms:created xsi:type="dcterms:W3CDTF">2013-01-27T09:14:00Z</dcterms:created>
  <dcterms:modified xsi:type="dcterms:W3CDTF">2025-10-30T05:43:50Z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9C18D23BD0904505AC67DCB492A6EC0D_13</vt:lpwstr>
  </property>
  <property fmtid="{D5CDD505-2E9C-101B-9397-08002B2CF9AE}" pid="3" name="KSOProductBuildVer">
    <vt:lpwstr>1033-12.2.0.22549</vt:lpwstr>
  </property>
</Properties>
</file>